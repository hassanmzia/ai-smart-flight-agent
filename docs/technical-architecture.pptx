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20840"/>
            <a:ext cx="12191695" cy="13716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73152" cy="201168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AI Smart Flight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BCD4"/>
                </a:solidFill>
                <a:latin typeface="Calibri"/>
              </a:defRPr>
            </a:pPr>
            <a:r>
              <a:t>Technical Architecture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474720"/>
            <a:ext cx="3657600" cy="36576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Multi-Agent AI Travel Planning System  |  Docker Compose Deployment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4754880"/>
            <a:ext cx="640080" cy="64008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509760" y="4754880"/>
            <a:ext cx="640080" cy="64008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32720" y="4754880"/>
            <a:ext cx="640080" cy="64008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1155680" y="4754880"/>
            <a:ext cx="640080" cy="64008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4311" y="2194560"/>
            <a:ext cx="2011680" cy="14630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64311" y="2194560"/>
            <a:ext cx="2011680" cy="384048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5751" y="22311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4039" y="2633472"/>
            <a:ext cx="17922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Browser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Mobile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API Clients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77159" y="2194560"/>
            <a:ext cx="2011680" cy="14630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77159" y="2194560"/>
            <a:ext cx="201168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8599" y="22311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Reverse Proxy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6887" y="2633472"/>
            <a:ext cx="17922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Nginx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Port 80 / 443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SSL Termination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0007" y="2194560"/>
            <a:ext cx="2011680" cy="14630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90007" y="2194560"/>
            <a:ext cx="201168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81447" y="22311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Application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9735" y="2633472"/>
            <a:ext cx="17922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Frontend :3090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Backend :8109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MCP :8107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02855" y="2194560"/>
            <a:ext cx="2011680" cy="14630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02855" y="2194560"/>
            <a:ext cx="201168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94295" y="22311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12583" y="2633472"/>
            <a:ext cx="17922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PostgreSQL :5438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Redis :6384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RabbitMQ :5673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15703" y="2194560"/>
            <a:ext cx="2011680" cy="14630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515703" y="2194560"/>
            <a:ext cx="201168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7143" y="223113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External Services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5431" y="2633472"/>
            <a:ext cx="179222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OpenAI API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SerpAPI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Stripe / Weather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94279" y="2926080"/>
            <a:ext cx="164592" cy="0"/>
          </a:xfrm>
          <a:prstGeom prst="line">
            <a:avLst/>
          </a:prstGeom>
          <a:ln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2785719" y="2852928"/>
            <a:ext cx="146304" cy="146304"/>
          </a:xfrm>
          <a:prstGeom prst="triangl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4907127" y="2926080"/>
            <a:ext cx="164592" cy="0"/>
          </a:xfrm>
          <a:prstGeom prst="line">
            <a:avLst/>
          </a:prstGeom>
          <a:ln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4998567" y="2852928"/>
            <a:ext cx="146304" cy="146304"/>
          </a:xfrm>
          <a:prstGeom prst="triangl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7119975" y="2926080"/>
            <a:ext cx="164592" cy="0"/>
          </a:xfrm>
          <a:prstGeom prst="line">
            <a:avLst/>
          </a:prstGeom>
          <a:ln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7211415" y="2852928"/>
            <a:ext cx="146304" cy="146304"/>
          </a:xfrm>
          <a:prstGeom prst="triangl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332823" y="2926080"/>
            <a:ext cx="164592" cy="0"/>
          </a:xfrm>
          <a:prstGeom prst="line">
            <a:avLst/>
          </a:prstGeom>
          <a:ln>
            <a:solidFill>
              <a:srgbClr val="00BC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5400000">
            <a:off x="9424263" y="2852928"/>
            <a:ext cx="146304" cy="146304"/>
          </a:xfrm>
          <a:prstGeom prst="triangle">
            <a:avLst/>
          </a:prstGeom>
          <a:solidFill>
            <a:srgbClr val="00BC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Request Flow:  Client  --&gt;  Nginx  --&gt;  App Servers  --&gt;  Data Stores  --&gt;  External APIs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97280" y="4754880"/>
            <a:ext cx="3200400" cy="10058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97280" y="4754880"/>
            <a:ext cx="320040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47914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5193792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8 containers on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travel-network bridge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663440" y="4754880"/>
            <a:ext cx="3200400" cy="10058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663440" y="4754880"/>
            <a:ext cx="320040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4880" y="47914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Health Checks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5193792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All services monitored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restart: unless-stopped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4754880"/>
            <a:ext cx="3200400" cy="10058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229600" y="4754880"/>
            <a:ext cx="320040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479145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Volumes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9328" y="5193792"/>
            <a:ext cx="29809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postgres_data, redis_data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rabbitmq_data, static, media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Frontend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474720" cy="23774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47472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325526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React 18 + TypeScript + Vite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State: Zustand (Auth, Booking,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Notification, Search stores)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Server State: React Query + Axios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with JWT interceptor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Styling: TailwindCSS + Dark Mode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Mobile-responsive design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931920" cy="23774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93192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225296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32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1627632"/>
            <a:ext cx="371246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Home, AI Planner, Flights, Hotels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Cars, Restaurants, Weather, Events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Shopping, Safety, Dashboard, Bookings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Itinerary, Payment, Reviews, Analytics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Profile, Settings, Login, Register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Tourist Attractions, Commute Planner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Admin, Error Pages, and more...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188720"/>
            <a:ext cx="3474720" cy="23774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321040" y="1188720"/>
            <a:ext cx="347472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2252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Services &amp; Components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627632"/>
            <a:ext cx="3255264" cy="1874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20 Service Modules (API clients)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Floating AI Chat Widget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- Voice input support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- Real-time streaming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WebSocket notifications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JWT auto-refresh interceptor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Responsive breakpoints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931920"/>
            <a:ext cx="1920240" cy="7772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3931920"/>
            <a:ext cx="192024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9684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37083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authStore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931920"/>
            <a:ext cx="1920240" cy="7772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468880" y="3931920"/>
            <a:ext cx="192024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9684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78608" y="437083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bookingStore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931920"/>
            <a:ext cx="1920240" cy="7772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72000" y="3931920"/>
            <a:ext cx="192024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0" y="39684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81728" y="437083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notificationStore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75120" y="3931920"/>
            <a:ext cx="1920240" cy="7772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75120" y="3931920"/>
            <a:ext cx="192024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96849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84848" y="4370832"/>
            <a:ext cx="17007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searchStore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3931920"/>
            <a:ext cx="2926080" cy="7772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869680" y="3931920"/>
            <a:ext cx="2926080" cy="384048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0" y="396849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React Query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43708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Cache + Axios + JWT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029200"/>
            <a:ext cx="132588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5056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React 18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28800" y="5029200"/>
            <a:ext cx="132588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8800" y="5056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TypeScript 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1840" y="5029200"/>
            <a:ext cx="132588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91840" y="5056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54880" y="5029200"/>
            <a:ext cx="1325880" cy="384048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0" y="5056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TailwindCSS 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5029200"/>
            <a:ext cx="132588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17920" y="5056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Zustand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680960" y="5029200"/>
            <a:ext cx="1325880" cy="384048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0" y="5056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React Query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5029200"/>
            <a:ext cx="132588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5056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Axios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607040" y="5029200"/>
            <a:ext cx="132588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07040" y="505663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WebSocket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Dev Server: Vite on port 3090  |  Build: Optimized static assets served by Nginx  |  Env: VITE_API_BASE_URL, VITE_WS_URL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Backend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22860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Core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34381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Django 5.0 + DRF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Gunicorn (4 workers)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Authentication: JWT (SimpleJWT)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Access: 1h  |  Refresh: 7d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WebSocket: Django Channels + Daphne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API Docs: drf-spectacular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(OpenAPI / Swagger UI)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931920" cy="22860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93192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25296"/>
            <a:ext cx="3749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19 Django Apps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627632"/>
            <a:ext cx="371246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users, agents, flights, hotels, bookings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payments, itineraries, notifications, reviews, analytics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car_rentals, restaurants, attractions, weather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events, shopping, safety, commute, tourist_attractions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1188720"/>
            <a:ext cx="3291840" cy="22860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03920" y="1188720"/>
            <a:ext cx="329184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2252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Background Tasks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3648" y="1627632"/>
            <a:ext cx="307238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Celery Worker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4 concurrent workers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Celery Beat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DB-backed Scheduler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Broker: RabbitMQ (AMQP)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Result Backend: Redis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Task retry with backoff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749039"/>
            <a:ext cx="5669280" cy="128016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3749039"/>
            <a:ext cx="5669280" cy="384048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85615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Middleware &amp; 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187951"/>
            <a:ext cx="544982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CORS (allowed origins)  |  CSRF Protection  |  Secure Cookies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SSL Redirect  |  HSTS 1yr  |  XSS Filter  |  X-Frame DENY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Content-Type Nosniff  |  Session Security  |  Rate Limiting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749039"/>
            <a:ext cx="5394960" cy="128016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309360" y="3749039"/>
            <a:ext cx="539496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85615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 Endpoints Structure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187951"/>
            <a:ext cx="5175504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/api/auth/   |  /api/users/   |  /api/flights/  |  /api/hotels/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/api/agents/  |  /api/bookings/  |  /api/payments/  |  /api/itineraries/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/api/reviews/  |  /api/analytics/  |  /api/notifications/  |  /api/weather/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5303520"/>
            <a:ext cx="132588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5330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Django 5.0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303520"/>
            <a:ext cx="132588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330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DRF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5303520"/>
            <a:ext cx="132588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5330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Gunicorn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5303520"/>
            <a:ext cx="132588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0" y="5330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Celery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5303520"/>
            <a:ext cx="1325880" cy="384048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5330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Channels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5303520"/>
            <a:ext cx="1325880" cy="384048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5330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SimpleJWT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303520"/>
            <a:ext cx="132588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5330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607040" y="5303520"/>
            <a:ext cx="1325880" cy="384048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07040" y="533095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Server: Port 8109  |  Python 3.11  |  Logging: RotatingFileHandler (10 MB x 10)  |  Static: WhiteNoise + Nginx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Multi-Agent AI System (LangGraph)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743200" cy="13716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2743200" cy="384048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LLM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252374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Model: OpenAI GPT-4o-mini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Temperature: 0.7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Provider: ChatOpenAI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Streaming: Enabled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188720"/>
            <a:ext cx="3017520" cy="13716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383280" y="1188720"/>
            <a:ext cx="301752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2252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Shared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93008" y="1627632"/>
            <a:ext cx="279806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TravelAgentState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- messages[]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- search_results{}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- evaluations{}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188720"/>
            <a:ext cx="5120640" cy="13716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675120" y="1188720"/>
            <a:ext cx="512064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22529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Enhanced Orchestrator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84848" y="1627632"/>
            <a:ext cx="490118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RAG Pipeline  |  ThreadPoolExecutor(8 workers)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Sub-agents: Health, Visa, Packing, LocalExpert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Redis Caching  |  Parallel execution  |  Error recovery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788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CD4"/>
                </a:solidFill>
                <a:latin typeface="Calibri"/>
              </a:defRPr>
            </a:pPr>
            <a:r>
              <a:t>Sequential Pipeline (StateGraph)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1691640" cy="77724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375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Flight</a:t>
            </a:r>
            <a:br/>
            <a:r>
              <a:t>Agent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246120"/>
            <a:ext cx="1691640" cy="777240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0" y="33375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Hotel</a:t>
            </a:r>
            <a:br/>
            <a:r>
              <a:t>Agent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06240" y="3246120"/>
            <a:ext cx="1691640" cy="77724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33375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Car Rental</a:t>
            </a:r>
            <a:br/>
            <a:r>
              <a:t>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246120"/>
            <a:ext cx="1691640" cy="77724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0" y="333756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Restaurant</a:t>
            </a:r>
            <a:br/>
            <a:r>
              <a:t>Agent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103120" y="3502152"/>
            <a:ext cx="3200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4023360" y="3502152"/>
            <a:ext cx="3200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5943600" y="3502152"/>
            <a:ext cx="3200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206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CD4"/>
                </a:solidFill>
                <a:latin typeface="Calibri"/>
              </a:defRPr>
            </a:pPr>
            <a:r>
              <a:t>Evaluation Agents: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72000"/>
            <a:ext cx="1691640" cy="777240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6634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Goal-Based</a:t>
            </a:r>
            <a:br/>
            <a:r>
              <a:t>Evaluator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86000" y="4572000"/>
            <a:ext cx="1691640" cy="77724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0" y="46634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Utility-Based</a:t>
            </a:r>
            <a:br/>
            <a:r>
              <a:t>Evaluator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06240" y="4572000"/>
            <a:ext cx="1691640" cy="77724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0" y="46634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Car</a:t>
            </a:r>
            <a:br/>
            <a:r>
              <a:t>Evaluator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572000"/>
            <a:ext cx="1691640" cy="777240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26480" y="4663440"/>
            <a:ext cx="1691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Restaurant</a:t>
            </a:r>
            <a:br/>
            <a:r>
              <a:t>Evaluator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2103120" y="4828032"/>
            <a:ext cx="3200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4023360" y="4828032"/>
            <a:ext cx="3200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5943600" y="4828032"/>
            <a:ext cx="320040" cy="27432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046720" y="3840480"/>
            <a:ext cx="1645920" cy="822960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397763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Manager</a:t>
            </a:r>
            <a:br/>
            <a:r>
              <a:t>Agent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9784080" y="4069080"/>
            <a:ext cx="365760" cy="320040"/>
          </a:xfrm>
          <a:prstGeom prst="rightArrow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241280" y="3840480"/>
            <a:ext cx="1280160" cy="822960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241280" y="3977639"/>
            <a:ext cx="1280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46720" y="4937760"/>
            <a:ext cx="3474720" cy="109728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046720" y="4937760"/>
            <a:ext cx="347472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138160" y="497433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 Tools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56448" y="5376672"/>
            <a:ext cx="325526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SerpAPI: Google Flights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SerpAPI: Google Hotels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SerpAPI: Google Local (Cars/Food)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576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Pipeline: Search Phase (4 agents)  --&gt;  Evaluation Phase (4 agents)  --&gt;  Manager Agent  --&gt;  Final Recommendation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MCP Agent Communication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474720" cy="201168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47472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Server 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325526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FastAPI + Uvicorn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Port: 8107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Async request handling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Health check endpoint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CORS enabled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657600" cy="201168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114800" y="1188720"/>
            <a:ext cx="365760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2252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Agent Registration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1627632"/>
            <a:ext cx="343814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Flight Agent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Hotel Agent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Goal-Based Evaluator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Utility-Based Evaluator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Manager Agent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188720"/>
            <a:ext cx="3749039" cy="201168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188720"/>
            <a:ext cx="3749039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225296"/>
            <a:ext cx="35661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Message Types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627632"/>
            <a:ext cx="3529583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Request  (agent-to-agent)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Response (result payload)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Notification (broadcast)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Error    (fault handling)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566160"/>
            <a:ext cx="5486400" cy="18288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3566160"/>
            <a:ext cx="5486400" cy="384048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60273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Communication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005072"/>
            <a:ext cx="526694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WebSocket endpoint: /ws/{agent_id}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Redis Pub/Sub queues for inter-agent messaging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Async message dispatching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Connection pooling &amp; reconnection logic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Message serialization (JSON)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566160"/>
            <a:ext cx="5394960" cy="18288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566160"/>
            <a:ext cx="539496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60273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Shared Context &amp;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005072"/>
            <a:ext cx="5175504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Session-scoped TTL for context data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Redis-backed state persistence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Agent capability discovery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Load balancing across agent instances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Graceful shutdown &amp; cleanup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Flow: Agent registers --&gt; Receives agent_id --&gt; Connects via WebSocket --&gt; Sends/receives messages via Redis Pub/Sub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&amp; Messaging Layer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657600" cy="22860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365760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PostgreSQL 15  (Port 5438)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34381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Users &amp; Authentication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Bookings &amp; Reservations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Payments &amp; Transactions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Itineraries &amp; Plans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Reviews &amp; Ratings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Analytics &amp; Metrics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All Django model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657600" cy="22860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297680" y="1188720"/>
            <a:ext cx="3657600" cy="384048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2529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Redis 7  (Port 6384)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8" y="1627632"/>
            <a:ext cx="34381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DB 0: Django Cache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View/query caching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Session storage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DB 1: Channels + MCP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WebSocket channel layers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MCP agent message queues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  - Pub/Sub for real-time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566160" cy="22860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188720"/>
            <a:ext cx="356616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252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RabbitMQ 3.12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1627632"/>
            <a:ext cx="334670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AMQP Port: 5673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Management UI: 15673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Celery task broker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Task queues &amp; routing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Dead letter exchanges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Message persistence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Monitoring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840480"/>
            <a:ext cx="5486400" cy="164592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3840480"/>
            <a:ext cx="5486400" cy="384048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77056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 Volumes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279392"/>
            <a:ext cx="52669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postgres_data   - Database files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redis_data      - Redis persistence (AOF/RDB)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rabbitmq_data   - Queue data &amp; config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static_volume   - Django static files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media_volume    - User uploads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3840480"/>
            <a:ext cx="5394960" cy="164592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0" y="3840480"/>
            <a:ext cx="539496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8770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 Network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279392"/>
            <a:ext cx="517550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Network: travel-network (bridge driver)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All 8 containers on same network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Internal DNS resolution by service name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Port mapping: host:container isolation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No external access to data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Calibri"/>
              </a:defRPr>
            </a:pPr>
            <a:r>
              <a:t>All data services run as Docker containers with named volumes for persistence and automatic restart policies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Data Flows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926080" cy="530352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Authentication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143000"/>
            <a:ext cx="8412480" cy="530352"/>
          </a:xfrm>
          <a:prstGeom prst="roundRect">
            <a:avLst/>
          </a:prstGeom>
          <a:solidFill>
            <a:srgbClr val="272D52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23444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User --&gt; Login Form --&gt; POST /api/auth/login --&gt; JWT Tokens --&gt; Zustand authStore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801368"/>
            <a:ext cx="2926080" cy="530352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928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Flight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01368"/>
            <a:ext cx="8412480" cy="530352"/>
          </a:xfrm>
          <a:prstGeom prst="roundRect">
            <a:avLst/>
          </a:prstGeom>
          <a:solidFill>
            <a:srgbClr val="272D52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92808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Search Form --&gt; flightService --&gt; GET /api/flights/search --&gt; FlightSearchTool --&gt; SerpAPI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459736"/>
            <a:ext cx="2926080" cy="530352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AI Trip Planning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2459736"/>
            <a:ext cx="8412480" cy="530352"/>
          </a:xfrm>
          <a:prstGeom prst="roundRect">
            <a:avLst/>
          </a:prstGeom>
          <a:solidFill>
            <a:srgbClr val="272D52"/>
          </a:solidFill>
          <a:ln w="1270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551176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AI Planner --&gt; POST /api/agents/plan-trip --&gt; LangGraph Pipeline --&gt; 9 Agents --&gt; Final Recommendation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3118104"/>
            <a:ext cx="2926080" cy="530352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20954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Payment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118104"/>
            <a:ext cx="8412480" cy="530352"/>
          </a:xfrm>
          <a:prstGeom prst="roundRect">
            <a:avLst/>
          </a:prstGeom>
          <a:solidFill>
            <a:srgbClr val="272D52"/>
          </a:solidFill>
          <a:ln w="1270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20440" y="3209544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PaymentPage --&gt; paymentService --&gt; POST /api/payments --&gt; Stripe API --&gt; DB --&gt; Email Notification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3776472"/>
            <a:ext cx="2926080" cy="530352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679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5. Real-Time Notifications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3776472"/>
            <a:ext cx="8412480" cy="530352"/>
          </a:xfrm>
          <a:prstGeom prst="roundRect">
            <a:avLst/>
          </a:prstGeom>
          <a:solidFill>
            <a:srgbClr val="272D52"/>
          </a:solidFill>
          <a:ln w="1270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3867912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Event --&gt; Celery --&gt; RabbitMQ --&gt; Django Channels --&gt; Redis --&gt; WebSocket --&gt; UI Toast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4434840"/>
            <a:ext cx="2926080" cy="530352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526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6. MCP Agent Communication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434840"/>
            <a:ext cx="8412480" cy="530352"/>
          </a:xfrm>
          <a:prstGeom prst="roundRect">
            <a:avLst/>
          </a:prstGeom>
          <a:solidFill>
            <a:srgbClr val="272D52"/>
          </a:solidFill>
          <a:ln w="1270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52628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Agent A --&gt; Register --&gt; MCP Server --&gt; Redis Pub/Sub --&gt; WebSocket --&gt; Agent 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5093208"/>
            <a:ext cx="2926080" cy="530352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184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7. Itinerary Generation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83280" y="5093208"/>
            <a:ext cx="8412480" cy="530352"/>
          </a:xfrm>
          <a:prstGeom prst="roundRect">
            <a:avLst/>
          </a:prstGeom>
          <a:solidFill>
            <a:srgbClr val="272D52"/>
          </a:solidFill>
          <a:ln w="1270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20440" y="5184648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ItineraryPage --&gt; Enhanced Orchestrator --&gt; OpenAI GPT-4o-mini --&gt; PostgreSQL --&gt; PDF Export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5751576"/>
            <a:ext cx="2926080" cy="530352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84301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8. Caching Strategy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5751576"/>
            <a:ext cx="8412480" cy="530352"/>
          </a:xfrm>
          <a:prstGeom prst="roundRect">
            <a:avLst/>
          </a:prstGeom>
          <a:solidFill>
            <a:srgbClr val="272D52"/>
          </a:solidFill>
          <a:ln w="1270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5843016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5"/>
                </a:solidFill>
                <a:latin typeface="Calibri"/>
              </a:defRPr>
            </a:pPr>
            <a:r>
              <a:t>Request --&gt; Redis Check --&gt; HIT: return cached  |  MISS: query DB --&gt; store with TTL --&gt; 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  <a:latin typeface="Calibri"/>
              </a:defRPr>
            </a:pPr>
            <a:r>
              <a:t>All flows use JWT authentication  |  Errors handled with DRF exception handler  |  Responses cached where applicable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External Service Integrations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6547" y="1280160"/>
            <a:ext cx="1828800" cy="27432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7E57C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6547" y="1280160"/>
            <a:ext cx="1828800" cy="384048"/>
          </a:xfrm>
          <a:prstGeom prst="roundRect">
            <a:avLst/>
          </a:prstGeom>
          <a:solidFill>
            <a:srgbClr val="7E57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7987" y="1316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OpenAI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275" y="1719072"/>
            <a:ext cx="16093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Model: GPT-4o-mini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LLM processing &amp; NLP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Itinerary synthesis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Chat completions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Streaming responses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32507" y="1280160"/>
            <a:ext cx="1828800" cy="27432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232507" y="1280160"/>
            <a:ext cx="182880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23947" y="1316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SerpAPI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42235" y="1719072"/>
            <a:ext cx="16093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Google Flights search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Google Hotels search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Google Local results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Cars &amp; Restaurants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Real-time pricing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98467" y="1280160"/>
            <a:ext cx="1828800" cy="27432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98467" y="1280160"/>
            <a:ext cx="182880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89907" y="1316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Stripe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8195" y="1719072"/>
            <a:ext cx="16093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Payment processing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Publishable + Secret keys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Payment intents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Webhook handling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Refund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4427" y="1280160"/>
            <a:ext cx="1828800" cy="27432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4CAF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64427" y="1280160"/>
            <a:ext cx="1828800" cy="384048"/>
          </a:xfrm>
          <a:prstGeom prst="round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5867" y="1316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Weather API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4155" y="1719072"/>
            <a:ext cx="16093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OpenWeatherMap provider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Forecast data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Current conditions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Multi-day outlook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Location-based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0387" y="1280160"/>
            <a:ext cx="1828800" cy="27432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30387" y="1280160"/>
            <a:ext cx="182880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1827" y="1316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SMTP (Gmail)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0115" y="1719072"/>
            <a:ext cx="16093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Email notifications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Booking confirmations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Password reset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TLS encryption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Template-based emails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96347" y="1280160"/>
            <a:ext cx="1828800" cy="274320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096347" y="1280160"/>
            <a:ext cx="1828800" cy="384048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87787" y="1316736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ElevenLabs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06075" y="1719072"/>
            <a:ext cx="1609344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Voice TTS output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Audio responses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Multiple voice options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Real-time synthesis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Chat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00BCD4"/>
                </a:solidFill>
                <a:latin typeface="Calibri"/>
              </a:defRPr>
            </a:pPr>
            <a:r>
              <a:t>Integration Pattern:  Backend Service Layer  --&gt;  HTTP Client (requests/httpx)  --&gt;  External API  --&gt;  Response Processing  --&gt;  Cache (Redis)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846320"/>
            <a:ext cx="11430000" cy="109728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272D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" y="4846320"/>
            <a:ext cx="11430000" cy="384048"/>
          </a:xfrm>
          <a:prstGeom prst="roundRect">
            <a:avLst/>
          </a:prstGeom>
          <a:solidFill>
            <a:srgbClr val="272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88289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API Key Management &amp;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285232"/>
            <a:ext cx="112105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All API keys stored as environment variables (never in code)  |  Docker secrets for production deployment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Keys: OPENAI_API_KEY, SERPAPI_API_KEY, STRIPE_SECRET_KEY, STRIPE_PUBLISHABLE_KEY, WEATHER_API_KEY, ELEVENLABS_API_KEY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Rate limiting applied per-service  |  Fallback/retry logic with exponential backoff  |  Usage monitoring &amp; alerts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&amp;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669280" cy="256032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E539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188720"/>
            <a:ext cx="5669280" cy="384048"/>
          </a:xfrm>
          <a:prstGeom prst="round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2529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Security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627632"/>
            <a:ext cx="5449824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SSL Redirect: Enforced in production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HSTS: max-age 1 year, includeSubDomains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XSS Filter: Enabled (X-XSS-Protection)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X-Frame-Options: DENY (clickjacking prevention)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CSRF: Django middleware + token validation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Secure Cookies: HttpOnly, Secure, SameSite=Lax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Content-Type: X-Content-Type-Options: nosniff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CORS: Whitelist-based origin control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Rate Limiting: Per-user &amp; per-IP throttling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188720"/>
            <a:ext cx="5394960" cy="118872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FF9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188720"/>
            <a:ext cx="5394960" cy="384048"/>
          </a:xfrm>
          <a:prstGeom prst="round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2252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Logging &amp;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627632"/>
            <a:ext cx="51755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RotatingFileHandler: 10 MB x 10 backups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Console + File output handlers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Structured logging with levels (DEBUG-CRITICAL)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560320"/>
            <a:ext cx="5394960" cy="118872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7A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9360" y="2560320"/>
            <a:ext cx="5394960" cy="384048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59689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Docker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999232"/>
            <a:ext cx="5175504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8 containers: nginx, frontend, backend, mcp, celery-worker,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  celery-beat, postgres, redis, rabbitmq</a:t>
            </a:r>
          </a:p>
          <a:p>
            <a:pPr>
              <a:spcAft>
                <a:spcPts val="200"/>
              </a:spcAft>
              <a:defRPr sz="1000">
                <a:solidFill>
                  <a:srgbClr val="FFFFFF"/>
                </a:solidFill>
                <a:latin typeface="Calibri"/>
              </a:defRPr>
            </a:pPr>
            <a:r>
              <a:t>Restart policy: unless-stopped  |  Health checks enabled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114800"/>
            <a:ext cx="11430000" cy="1463040"/>
          </a:xfrm>
          <a:prstGeom prst="roundRect">
            <a:avLst/>
          </a:prstGeom>
          <a:solidFill>
            <a:srgbClr val="272D52"/>
          </a:solidFill>
          <a:ln w="19050">
            <a:solidFill>
              <a:srgbClr val="00BC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4114800"/>
            <a:ext cx="11430000" cy="384048"/>
          </a:xfrm>
          <a:prstGeom prst="roundRect">
            <a:avLst/>
          </a:prstGeom>
          <a:solidFill>
            <a:srgbClr val="00BC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1513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Technology Stack Summary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553712"/>
            <a:ext cx="11210544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Backend: Python 3.11  |  Django 5.0  |  DRF  |  Celery  |  Channels  |  Gunicorn  |  Daphne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Frontend: Node 20  |  React 18  |  TypeScript 5  |  Vite  |  TailwindCSS 3  |  Zustand  |  React Query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AI/ML: LangChain  |  LangGraph  |  OpenAI GPT-4o-mini  |  SerpAPI  |  RAG Pipeline</a:t>
            </a:r>
          </a:p>
          <a:p>
            <a:pPr>
              <a:spcAft>
                <a:spcPts val="200"/>
              </a:spcAft>
              <a:defRPr sz="1100">
                <a:solidFill>
                  <a:srgbClr val="FFFFFF"/>
                </a:solidFill>
                <a:latin typeface="Calibri"/>
              </a:defRPr>
            </a:pPr>
            <a:r>
              <a:t>Infrastructure: Docker Compose  |  Nginx  |  PostgreSQL 15  |  Redis 7  |  RabbitMQ 3.12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0" y="6035040"/>
            <a:ext cx="12191695" cy="54864"/>
          </a:xfrm>
          <a:prstGeom prst="roundRect">
            <a:avLst/>
          </a:prstGeom>
          <a:solidFill>
            <a:srgbClr val="007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BCD4"/>
                </a:solidFill>
                <a:latin typeface="Calibri"/>
              </a:defRPr>
            </a:pPr>
            <a:r>
              <a:t>AI Smart Flight Agent  --  Multi-Agent AI Travel Planning System  --  Docker Compose Deployment  --  Production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